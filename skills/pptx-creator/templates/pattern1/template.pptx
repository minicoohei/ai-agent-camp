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0" y="4023360"/>
            <a:ext cx="7589520" cy="3175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1828800"/>
            <a:ext cx="758952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600" b="1">
                <a:solidFill>
                  <a:srgbClr val="FFFFFF"/>
                </a:solidFill>
                <a:latin typeface="Georgia"/>
              </a:defRPr>
            </a:pPr>
            <a:r>
              <a:t>Presentation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4297680"/>
            <a:ext cx="7589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0">
                <a:solidFill>
                  <a:srgbClr val="A2AAAD"/>
                </a:solidFill>
                <a:latin typeface="Arial"/>
              </a:defRPr>
            </a:pPr>
            <a:r>
              <a:t>Subtitle  |  Month Year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565392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A2AAAD"/>
                </a:solidFill>
                <a:latin typeface="Futura"/>
              </a:defRPr>
            </a:pPr>
            <a: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400" b="1">
                <a:solidFill>
                  <a:srgbClr val="051C2C"/>
                </a:solidFill>
                <a:latin typeface="Georgia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41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Key takeaways and decision points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1094415" cy="1905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1380744"/>
            <a:ext cx="237744" cy="237744"/>
          </a:xfrm>
          <a:prstGeom prst="ellipse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307592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051C2C"/>
                </a:solidFill>
                <a:latin typeface="Arial"/>
              </a:defRPr>
            </a:pPr>
            <a:r>
              <a:t>KPI Label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1307592"/>
            <a:ext cx="7498079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>
                <a:solidFill>
                  <a:srgbClr val="222222"/>
                </a:solidFill>
                <a:latin typeface="Arial"/>
              </a:defRPr>
            </a:pPr>
            <a:r>
              <a:t>Description of the first key metric or finding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1810512"/>
            <a:ext cx="10317175" cy="635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0080" y="2020824"/>
            <a:ext cx="237744" cy="23774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947672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051C2C"/>
                </a:solidFill>
                <a:latin typeface="Arial"/>
              </a:defRPr>
            </a:pPr>
            <a:r>
              <a:t>KPI Label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1947672"/>
            <a:ext cx="7498079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>
                <a:solidFill>
                  <a:srgbClr val="222222"/>
                </a:solidFill>
                <a:latin typeface="Arial"/>
              </a:defRPr>
            </a:pPr>
            <a:r>
              <a:t>Description of the second key metric or finding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1560" y="2450592"/>
            <a:ext cx="10317175" cy="635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2660904"/>
            <a:ext cx="237744" cy="237744"/>
          </a:xfrm>
          <a:prstGeom prst="ellipse">
            <a:avLst/>
          </a:prstGeom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587752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051C2C"/>
                </a:solidFill>
                <a:latin typeface="Arial"/>
              </a:defRPr>
            </a:pPr>
            <a:r>
              <a:t>KPI Label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2587752"/>
            <a:ext cx="7498079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>
                <a:solidFill>
                  <a:srgbClr val="222222"/>
                </a:solidFill>
                <a:latin typeface="Arial"/>
              </a:defRPr>
            </a:pPr>
            <a:r>
              <a:t>Description of the third key metric or finding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1560" y="3090672"/>
            <a:ext cx="10317175" cy="635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" y="3300984"/>
            <a:ext cx="237744" cy="237744"/>
          </a:xfrm>
          <a:prstGeom prst="ellipse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227832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051C2C"/>
                </a:solidFill>
                <a:latin typeface="Arial"/>
              </a:defRPr>
            </a:pPr>
            <a:r>
              <a:t>KPI Label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3227832"/>
            <a:ext cx="7498079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>
                <a:solidFill>
                  <a:srgbClr val="222222"/>
                </a:solidFill>
                <a:latin typeface="Arial"/>
              </a:defRPr>
            </a:pPr>
            <a:r>
              <a:t>Description of the fourth key metric or finding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1560" y="3730752"/>
            <a:ext cx="10317175" cy="635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094415" y="6565392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A2AAAD"/>
                </a:solidFill>
                <a:latin typeface="Futura"/>
              </a:defRPr>
            </a:pPr>
            <a: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400" b="1">
                <a:solidFill>
                  <a:srgbClr val="051C2C"/>
                </a:solidFill>
                <a:latin typeface="Georgia"/>
              </a:defRPr>
            </a:pPr>
            <a:r>
              <a:t>Content Slide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41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Action-oriented subtitle summarizing the key insight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1094415" cy="1905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44168"/>
            <a:ext cx="11094415" cy="3175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64290" y="1234440"/>
            <a:ext cx="2063114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10010" y="1216152"/>
            <a:ext cx="1971674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051C2C"/>
                </a:solidFill>
                <a:latin typeface="Arial"/>
              </a:defRPr>
            </a:pPr>
            <a:r>
              <a:t>Section Heading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45336"/>
            <a:ext cx="11094415" cy="4901184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82496"/>
            <a:ext cx="10728655" cy="462686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000"/>
              </a:lnSpc>
              <a:defRPr sz="1600" b="0">
                <a:solidFill>
                  <a:srgbClr val="222222"/>
                </a:solidFill>
                <a:latin typeface="Arial"/>
              </a:defRPr>
            </a:pPr>
            <a:r>
              <a:t>•  First bullet point with key information</a:t>
            </a:r>
            <a:br/>
            <a:r>
              <a:t>•  Second bullet point elaborating on the topic</a:t>
            </a:r>
            <a:br/>
            <a:r>
              <a:t>•  Third bullet point with supporting data</a:t>
            </a:r>
            <a:br/>
            <a:r>
              <a:t>•  Fourth bullet point with recommendation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65392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A2AAAD"/>
                </a:solidFill>
                <a:latin typeface="Futura"/>
              </a:defRPr>
            </a:pPr>
            <a: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400" b="1">
                <a:solidFill>
                  <a:srgbClr val="051C2C"/>
                </a:solidFill>
                <a:latin typeface="Georgia"/>
              </a:defRPr>
            </a:pPr>
            <a:r>
              <a:t>Content + Visual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41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Data or diagram supports the narrative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1094415" cy="1905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44168"/>
            <a:ext cx="6434760" cy="3175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034500" y="1234440"/>
            <a:ext cx="146304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80220" y="1216152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051C2C"/>
                </a:solidFill>
                <a:latin typeface="Arial"/>
              </a:defRPr>
            </a:pPr>
            <a:r>
              <a:t>Key Points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7257720" y="1344168"/>
            <a:ext cx="4385334" cy="31750"/>
          </a:xfrm>
          <a:prstGeom prst="rect">
            <a:avLst/>
          </a:prstGeom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50275" y="1234440"/>
            <a:ext cx="1800224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995" y="1216152"/>
            <a:ext cx="1708784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051C2C"/>
                </a:solidFill>
                <a:latin typeface="Arial"/>
              </a:defRPr>
            </a:pPr>
            <a:r>
              <a:t>Visual /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545336"/>
            <a:ext cx="6434760" cy="4901184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82496"/>
            <a:ext cx="6069000" cy="462686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000"/>
              </a:lnSpc>
              <a:defRPr sz="1600" b="0">
                <a:solidFill>
                  <a:srgbClr val="222222"/>
                </a:solidFill>
                <a:latin typeface="Arial"/>
              </a:defRPr>
            </a:pPr>
            <a:r>
              <a:t>•  Primary insight or finding</a:t>
            </a:r>
            <a:br/>
            <a:r>
              <a:t>•  Supporting data point</a:t>
            </a:r>
            <a:br/>
            <a:r>
              <a:t>•  Strategic recommendation</a:t>
            </a:r>
            <a:br/>
            <a:r>
              <a:t>•  Next steps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57720" y="1545336"/>
            <a:ext cx="4385334" cy="4901184"/>
          </a:xfrm>
          <a:prstGeom prst="rect">
            <a:avLst/>
          </a:prstGeom>
          <a:solidFill>
            <a:srgbClr val="E8EEF4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57720" y="3813048"/>
            <a:ext cx="438533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666666"/>
                </a:solidFill>
                <a:latin typeface="Arial"/>
              </a:defRPr>
            </a:pPr>
            <a:r>
              <a:t>[Image / Chart / Diagram]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565392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A2AAAD"/>
                </a:solidFill>
                <a:latin typeface="Futura"/>
              </a:defRPr>
            </a:pPr>
            <a: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400" b="1">
                <a:solidFill>
                  <a:srgbClr val="051C2C"/>
                </a:solidFill>
                <a:latin typeface="Georgia"/>
              </a:defRPr>
            </a:pPr>
            <a:r>
              <a:t>Comparison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41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Side-by-side analysis of two approaches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1094415" cy="1905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44168"/>
            <a:ext cx="5410047" cy="3175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22143" y="1234440"/>
            <a:ext cx="146304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7863" y="1216152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051C2C"/>
                </a:solidFill>
                <a:latin typeface="Arial"/>
              </a:defRPr>
            </a:pPr>
            <a:r>
              <a:t>Option A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344168"/>
            <a:ext cx="5410047" cy="31750"/>
          </a:xfrm>
          <a:prstGeom prst="rect">
            <a:avLst/>
          </a:prstGeom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06510" y="1234440"/>
            <a:ext cx="146304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52230" y="1216152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051C2C"/>
                </a:solidFill>
                <a:latin typeface="Arial"/>
              </a:defRPr>
            </a:pPr>
            <a:r>
              <a:t>Option 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545336"/>
            <a:ext cx="5410047" cy="4398264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82496"/>
            <a:ext cx="5044287" cy="4123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000"/>
              </a:lnSpc>
              <a:defRPr sz="1600" b="0">
                <a:solidFill>
                  <a:srgbClr val="222222"/>
                </a:solidFill>
                <a:latin typeface="Arial"/>
              </a:defRPr>
            </a:pPr>
            <a:r>
              <a:t>•  Advantage point 1</a:t>
            </a:r>
            <a:br/>
            <a:r>
              <a:t>•  Advantage point 2</a:t>
            </a:r>
            <a:br/>
            <a:r>
              <a:t>•  Advantage point 3</a:t>
            </a:r>
            <a:br/>
            <a:r>
              <a:t>•  Advantage point 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3007" y="1545336"/>
            <a:ext cx="5410047" cy="4398264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5887" y="1682496"/>
            <a:ext cx="5044287" cy="4123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000"/>
              </a:lnSpc>
              <a:defRPr sz="1600" b="0">
                <a:solidFill>
                  <a:srgbClr val="222222"/>
                </a:solidFill>
                <a:latin typeface="Arial"/>
              </a:defRPr>
            </a:pPr>
            <a:r>
              <a:t>•  Advantage point 1</a:t>
            </a:r>
            <a:br/>
            <a:r>
              <a:t>•  Advantage point 2</a:t>
            </a:r>
            <a:br/>
            <a:r>
              <a:t>•  Advantage point 3</a:t>
            </a:r>
            <a:br/>
            <a:r>
              <a:t>•  Advantage point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6035040"/>
            <a:ext cx="835121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051C2C"/>
                </a:solidFill>
                <a:latin typeface="Arial"/>
              </a:defRPr>
            </a:pPr>
            <a:r>
              <a:t>Key takeaway message summarizing the comparison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565392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A2AAAD"/>
                </a:solidFill>
                <a:latin typeface="Futura"/>
              </a:defRPr>
            </a:pPr>
            <a: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400" b="1">
                <a:solidFill>
                  <a:srgbClr val="051C2C"/>
                </a:solidFill>
                <a:latin typeface="Georgia"/>
              </a:defRPr>
            </a:pPr>
            <a:r>
              <a:t>2x2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41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Four-quadrant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1094415" cy="1905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16152"/>
            <a:ext cx="5432907" cy="2500884"/>
          </a:xfrm>
          <a:prstGeom prst="rect">
            <a:avLst/>
          </a:prstGeom>
          <a:solidFill>
            <a:srgbClr val="E8EEF4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5067147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051C2C"/>
                </a:solidFill>
                <a:latin typeface="Arial"/>
              </a:defRPr>
            </a:pPr>
            <a:r>
              <a:t>Quadrant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64792"/>
            <a:ext cx="5067147" cy="176936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600"/>
              </a:lnSpc>
              <a:defRPr sz="1600" b="0">
                <a:solidFill>
                  <a:srgbClr val="222222"/>
                </a:solidFill>
                <a:latin typeface="Arial"/>
              </a:defRPr>
            </a:pPr>
            <a:r>
              <a:t>Description of the first</a:t>
            </a:r>
            <a:br/>
            <a:r>
              <a:t>quadrant analysis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0147" y="1216152"/>
            <a:ext cx="5432907" cy="2500884"/>
          </a:xfrm>
          <a:prstGeom prst="rect">
            <a:avLst/>
          </a:prstGeom>
          <a:solidFill>
            <a:srgbClr val="F0F4F8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93027" y="1353312"/>
            <a:ext cx="5067147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005EB8"/>
                </a:solidFill>
                <a:latin typeface="Arial"/>
              </a:defRPr>
            </a:pPr>
            <a:r>
              <a:t>Quadrant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93027" y="1764792"/>
            <a:ext cx="5067147" cy="176936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600"/>
              </a:lnSpc>
              <a:defRPr sz="1600" b="0">
                <a:solidFill>
                  <a:srgbClr val="222222"/>
                </a:solidFill>
                <a:latin typeface="Arial"/>
              </a:defRPr>
            </a:pPr>
            <a:r>
              <a:t>Description of the second</a:t>
            </a:r>
            <a:br/>
            <a:r>
              <a:t>quadrant analysis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945636"/>
            <a:ext cx="5432907" cy="2500884"/>
          </a:xfrm>
          <a:prstGeom prst="rect">
            <a:avLst/>
          </a:prstGeom>
          <a:solidFill>
            <a:srgbClr val="F0F4F8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082796"/>
            <a:ext cx="5067147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005EB8"/>
                </a:solidFill>
                <a:latin typeface="Arial"/>
              </a:defRPr>
            </a:pPr>
            <a:r>
              <a:t>Quadrant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94276"/>
            <a:ext cx="5067147" cy="176936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600"/>
              </a:lnSpc>
              <a:defRPr sz="1600" b="0">
                <a:solidFill>
                  <a:srgbClr val="222222"/>
                </a:solidFill>
                <a:latin typeface="Arial"/>
              </a:defRPr>
            </a:pPr>
            <a:r>
              <a:t>Description of the third</a:t>
            </a:r>
            <a:br/>
            <a:r>
              <a:t>quadrant analysis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3945636"/>
            <a:ext cx="5432907" cy="2500884"/>
          </a:xfrm>
          <a:prstGeom prst="rect">
            <a:avLst/>
          </a:prstGeom>
          <a:solidFill>
            <a:srgbClr val="E8EEF4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3027" y="4082796"/>
            <a:ext cx="5067147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051C2C"/>
                </a:solidFill>
                <a:latin typeface="Arial"/>
              </a:defRPr>
            </a:pPr>
            <a:r>
              <a:t>Quadrant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3027" y="4494276"/>
            <a:ext cx="5067147" cy="176936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600"/>
              </a:lnSpc>
              <a:defRPr sz="1600" b="0">
                <a:solidFill>
                  <a:srgbClr val="222222"/>
                </a:solidFill>
                <a:latin typeface="Arial"/>
              </a:defRPr>
            </a:pPr>
            <a:r>
              <a:t>Description of the fourth</a:t>
            </a:r>
            <a:br/>
            <a:r>
              <a:t>quadrant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565392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A2AAAD"/>
                </a:solidFill>
                <a:latin typeface="Futura"/>
              </a:defRPr>
            </a:pPr>
            <a: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400" b="1">
                <a:solidFill>
                  <a:srgbClr val="051C2C"/>
                </a:solidFill>
                <a:latin typeface="Georgia"/>
              </a:defRPr>
            </a:pPr>
            <a:r>
              <a:t>Process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41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Step-by-step visualization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1094415" cy="1905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25104" y="1490472"/>
            <a:ext cx="512064" cy="51206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25104" y="1563624"/>
            <a:ext cx="51206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FFFFFF"/>
                </a:solidFill>
                <a:latin typeface="Futura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84832"/>
            <a:ext cx="2464993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051C2C"/>
                </a:solidFill>
                <a:latin typeface="Arial"/>
              </a:defRPr>
            </a:pPr>
            <a: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79192"/>
            <a:ext cx="2464993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666666"/>
                </a:solidFill>
                <a:latin typeface="Arial"/>
              </a:defRPr>
            </a:pPr>
            <a:r>
              <a:t>Description of</a:t>
            </a:r>
            <a:br/>
            <a:r>
              <a:t>the first step</a:t>
            </a:r>
          </a:p>
        </p:txBody>
      </p:sp>
      <p:sp>
        <p:nvSpPr>
          <p:cNvPr id="9" name="Rectangle 8"/>
          <p:cNvSpPr/>
          <p:nvPr/>
        </p:nvSpPr>
        <p:spPr>
          <a:xfrm>
            <a:off x="3059353" y="1691640"/>
            <a:ext cx="320040" cy="1905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01577" y="1490472"/>
            <a:ext cx="512064" cy="51206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01577" y="1563624"/>
            <a:ext cx="51206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FFFFFF"/>
                </a:solidFill>
                <a:latin typeface="Futura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5113" y="2084832"/>
            <a:ext cx="2464993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051C2C"/>
                </a:solidFill>
                <a:latin typeface="Arial"/>
              </a:defRPr>
            </a:pPr>
            <a: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5113" y="2679192"/>
            <a:ext cx="2464993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666666"/>
                </a:solidFill>
                <a:latin typeface="Arial"/>
              </a:defRPr>
            </a:pPr>
            <a:r>
              <a:t>Description of</a:t>
            </a:r>
            <a:br/>
            <a:r>
              <a:t>the second step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35827" y="1691640"/>
            <a:ext cx="320040" cy="1905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278051" y="1490472"/>
            <a:ext cx="512064" cy="51206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78051" y="1563624"/>
            <a:ext cx="51206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FFFFFF"/>
                </a:solidFill>
                <a:latin typeface="Futura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587" y="2084832"/>
            <a:ext cx="2464993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051C2C"/>
                </a:solidFill>
                <a:latin typeface="Arial"/>
              </a:defRPr>
            </a:pPr>
            <a: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1587" y="2679192"/>
            <a:ext cx="2464993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666666"/>
                </a:solidFill>
                <a:latin typeface="Arial"/>
              </a:defRPr>
            </a:pPr>
            <a:r>
              <a:t>Description of</a:t>
            </a:r>
            <a:br/>
            <a:r>
              <a:t>the third step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12301" y="1691640"/>
            <a:ext cx="320040" cy="1905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154525" y="1490472"/>
            <a:ext cx="512064" cy="51206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54525" y="1563624"/>
            <a:ext cx="51206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FFFFFF"/>
                </a:solidFill>
                <a:latin typeface="Futura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78061" y="2084832"/>
            <a:ext cx="2464993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051C2C"/>
                </a:solidFill>
                <a:latin typeface="Arial"/>
              </a:defRPr>
            </a:pPr>
            <a:r>
              <a:t>Step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8061" y="2679192"/>
            <a:ext cx="2464993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666666"/>
                </a:solidFill>
                <a:latin typeface="Arial"/>
              </a:defRPr>
            </a:pPr>
            <a:r>
              <a:t>Description of</a:t>
            </a:r>
            <a:br/>
            <a:r>
              <a:t>the fourth step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565392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A2AAAD"/>
                </a:solidFill>
                <a:latin typeface="Futura"/>
              </a:defRPr>
            </a:pPr>
            <a: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400" b="1">
                <a:solidFill>
                  <a:srgbClr val="051C2C"/>
                </a:solidFill>
                <a:latin typeface="Georgia"/>
              </a:defRPr>
            </a:pPr>
            <a:r>
              <a:t>Data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41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Structured data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1094415" cy="1905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07592"/>
          <a:ext cx="11094412" cy="9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3"/>
              </a:tblGrid>
              <a:tr h="182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</a:tr>
              <a:tr h="182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Item 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Value 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Active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Supporting detail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182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Item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Value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Planned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Supporting detail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Item 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Value 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Supporting detail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1832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Item 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Value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Active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Supporting detail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094415" y="6565392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A2AAAD"/>
                </a:solidFill>
                <a:latin typeface="Futura"/>
              </a:defRPr>
            </a:pPr>
            <a: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400" b="1">
                <a:solidFill>
                  <a:srgbClr val="051C2C"/>
                </a:solidFill>
                <a:latin typeface="Georgia"/>
              </a:defRPr>
            </a:pPr>
            <a:r>
              <a:t>Full Image / Diagram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41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Visual-first layout for architecture or data visualization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1094415" cy="1905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16152"/>
            <a:ext cx="11094415" cy="5230368"/>
          </a:xfrm>
          <a:prstGeom prst="rect">
            <a:avLst/>
          </a:prstGeom>
          <a:solidFill>
            <a:srgbClr val="E8EEF4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25596"/>
            <a:ext cx="1109441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0">
                <a:solidFill>
                  <a:srgbClr val="666666"/>
                </a:solidFill>
                <a:latin typeface="Arial"/>
              </a:defRPr>
            </a:pPr>
            <a:r>
              <a:t>[Full-width Image / Diagram / Architecture]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65392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A2AAAD"/>
                </a:solidFill>
                <a:latin typeface="Futura"/>
              </a:defRPr>
            </a:pPr>
            <a: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0" y="3657600"/>
            <a:ext cx="7589520" cy="3175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1828800"/>
            <a:ext cx="758952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600" b="1">
                <a:solidFill>
                  <a:srgbClr val="FFFFFF"/>
                </a:solidFill>
                <a:latin typeface="Georgia"/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931920"/>
            <a:ext cx="94183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0">
                <a:solidFill>
                  <a:srgbClr val="A2AAAD"/>
                </a:solidFill>
                <a:latin typeface="Arial"/>
              </a:defRPr>
            </a:pPr>
            <a:r>
              <a:t>Action Item 1  |  Action Item 2  |  Action Item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565392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A2AAAD"/>
                </a:solidFill>
                <a:latin typeface="Futura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AI Agent Camp</cp:lastModifiedBy>
  <cp:revision>1</cp:revision>
  <dcterms:created xsi:type="dcterms:W3CDTF">2013-01-27T09:14:16Z</dcterms:created>
  <dcterms:modified xsi:type="dcterms:W3CDTF">2013-01-27T09:15:58Z</dcterms:modified>
  <cp:category/>
</cp:coreProperties>
</file>