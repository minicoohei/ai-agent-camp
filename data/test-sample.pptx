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AIエージェント活用ガイド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2026年3月 研修資料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カリキュラム概要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Module 1: バナー生成</a:t>
            </a:r>
          </a:p>
          <a:p>
            <a:r>
              <a:t>Module 2: 図表作成</a:t>
            </a:r>
          </a:p>
          <a:p>
            <a:r>
              <a:t>Module 3: データ分析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まとめ: AIツールを活用して業務効率化を実現しましょう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