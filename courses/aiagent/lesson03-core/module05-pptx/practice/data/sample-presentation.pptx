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1565C0"/>
                </a:solidFill>
              </a:rPr>
              <a:t>AIエージェント活用提案書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Claude Code / Cursor による業務効率化の実現</a:t>
            </a:r>
          </a:p>
          <a:p>
            <a:r>
              <a:t>株式会社テックイノベーション</a:t>
            </a:r>
          </a:p>
          <a:p>
            <a:r>
              <a:t>2026年2月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565C0"/>
                </a:solidFill>
              </a:rPr>
              <a:t>エグゼクティブサマリー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AIエージェントの導入により業務効率を最大3倍に向上</a:t>
            </a:r>
          </a:p>
          <a:p>
            <a:pPr/>
            <a:r>
              <a:t>非エンジニアでも活用可能なツール選定</a:t>
            </a:r>
          </a:p>
          <a:p>
            <a:pPr/>
            <a:r>
              <a:t>3ヶ月の段階的導入計画</a:t>
            </a:r>
          </a:p>
          <a:p>
            <a:pPr/>
            <a:r>
              <a:t>年間コスト削減効果: 推定1,200万円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565C0"/>
                </a:solidFill>
              </a:rPr>
              <a:t>現状の課題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定型業務に多くの時間を費やしている（月平均40時間/人）</a:t>
            </a:r>
          </a:p>
          <a:p>
            <a:pPr/>
            <a:r>
              <a:t>ドキュメント作成・データ分析に手作業が多い</a:t>
            </a:r>
          </a:p>
          <a:p>
            <a:pPr/>
            <a:r>
              <a:t>部門間の情報共有が非効率</a:t>
            </a:r>
          </a:p>
          <a:p>
            <a:pPr/>
            <a:r>
              <a:t>DX推進の人材不足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565C0"/>
                </a:solidFill>
              </a:rPr>
              <a:t>提案するソリューション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 Code: コード生成・ドキュメント作成の自動化</a:t>
            </a:r>
          </a:p>
          <a:p>
            <a:pPr/>
            <a:r>
              <a:t>Cursor IDE: AI補完による開発効率化</a:t>
            </a:r>
          </a:p>
          <a:p>
            <a:pPr/>
            <a:r>
              <a:t>カスタムスキル: 業務特化ツールの構築</a:t>
            </a:r>
          </a:p>
          <a:p>
            <a:pPr/>
            <a:r>
              <a:t>MCP連携: 既存ツールとの統合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565C0"/>
                </a:solidFill>
              </a:rPr>
              <a:t>導入効果（定量）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ドキュメント作成: 70%の時間削減</a:t>
            </a:r>
          </a:p>
          <a:p>
            <a:pPr/>
            <a:r>
              <a:t>データ分析: 50%の時間削減</a:t>
            </a:r>
          </a:p>
          <a:p>
            <a:pPr/>
            <a:r>
              <a:t>コードレビュー: 40%の時間削減</a:t>
            </a:r>
          </a:p>
          <a:p>
            <a:pPr/>
            <a:r>
              <a:t>全体: 月平均15時間/人の削減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565C0"/>
                </a:solidFill>
              </a:rPr>
              <a:t>導入効果（定性）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創造的業務への時間シフト</a:t>
            </a:r>
          </a:p>
          <a:p>
            <a:pPr/>
            <a:r>
              <a:t>ナレッジの標準化・共有促進</a:t>
            </a:r>
          </a:p>
          <a:p>
            <a:pPr/>
            <a:r>
              <a:t>新入社員のオンボーディング加速</a:t>
            </a:r>
          </a:p>
          <a:p>
            <a:pPr/>
            <a:r>
              <a:t>イノベーション文化の醸成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565C0"/>
                </a:solidFill>
              </a:rPr>
              <a:t>導入スケジュール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1（1ヶ月目）: パイロット導入（IT部門5名）</a:t>
            </a:r>
          </a:p>
          <a:p>
            <a:pPr/>
            <a:r>
              <a:t>Phase 2（2ヶ月目）: 対象拡大（IT + マーケティング部門）</a:t>
            </a:r>
          </a:p>
          <a:p>
            <a:pPr/>
            <a:r>
              <a:t>Phase 3（3ヶ月目）: 全社展開 + 効果測定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565C0"/>
                </a:solidFill>
              </a:rPr>
              <a:t>費用見積もり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ライセンス費用: 月額15万円（50ユーザー）</a:t>
            </a:r>
          </a:p>
          <a:p>
            <a:pPr/>
            <a:r>
              <a:t>研修費用: 初期50万円</a:t>
            </a:r>
          </a:p>
          <a:p>
            <a:pPr/>
            <a:r>
              <a:t>カスタマイズ費用: 初期100万円</a:t>
            </a:r>
          </a:p>
          <a:p>
            <a:pPr/>
            <a:r>
              <a:t>保守運用: 月額10万円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565C0"/>
                </a:solidFill>
              </a:rPr>
              <a:t>リスクと対策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データセキュリティ → 社内LLMプロキシの導入</a:t>
            </a:r>
          </a:p>
          <a:p>
            <a:pPr/>
            <a:r>
              <a:t>依存リスク → マルチベンダー戦略</a:t>
            </a:r>
          </a:p>
          <a:p>
            <a:pPr/>
            <a:r>
              <a:t>スキルギャップ → 段階的研修プログラム</a:t>
            </a:r>
          </a:p>
          <a:p>
            <a:pPr/>
            <a:r>
              <a:t>コスト超過 → フェーズゲート管理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565C0"/>
                </a:solidFill>
              </a:rPr>
              <a:t>次のステップ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パイロット導入のお打ち合わせ日程調整</a:t>
            </a:r>
          </a:p>
          <a:p>
            <a:pPr/>
            <a:r>
              <a:t>ご検討のほど、よろしくお願いいたします</a:t>
            </a:r>
          </a:p>
          <a:p>
            <a:pPr/>
          </a:p>
          <a:p>
            <a:pPr/>
            <a:r>
              <a:t>連絡先: ai-project@techinnovation.co.jp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